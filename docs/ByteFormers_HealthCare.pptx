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E1E3B-7DAD-8672-232F-454042F88C89}" v="37" dt="2026-02-15T14:14:34.927"/>
    <p1510:client id="{678B5D79-945D-4F36-8C55-5DF6C8464274}" v="927" dt="2026-02-15T15:58:25.909"/>
    <p1510:client id="{B30FF3A5-0156-4704-85FF-68876C329149}" v="401" dt="2026-02-15T15:33:55.550"/>
    <p1510:client id="{DCD1B203-9CF2-86AA-0C01-36FCDC1AB2CE}" v="37" dt="2026-02-15T15:04:06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56" name="Google Shape;56;p13" title="Frame 4809620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9624A2-2968-738F-707E-7BB8B172F574}"/>
              </a:ext>
            </a:extLst>
          </p:cNvPr>
          <p:cNvSpPr txBox="1"/>
          <p:nvPr/>
        </p:nvSpPr>
        <p:spPr>
          <a:xfrm>
            <a:off x="2490437" y="3541751"/>
            <a:ext cx="4163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r>
              <a:rPr lang="en-I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ByteFormers</a:t>
            </a:r>
            <a:endParaRPr lang="en-IN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63" name="Google Shape;63;p14" title="Frame 480962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2568900" y="319700"/>
            <a:ext cx="626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INTRODUCTION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867937" y="1143050"/>
            <a:ext cx="6573644" cy="269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Name:</a:t>
            </a:r>
            <a:r>
              <a:rPr lang="en-US" sz="1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ByteFormers</a:t>
            </a:r>
            <a:br>
              <a:rPr lang="en-US" sz="1500" b="0" i="0" u="none" strike="noStrike" cap="non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</a:br>
            <a:r>
              <a:rPr lang="en-US" sz="15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Institution:</a:t>
            </a:r>
            <a:r>
              <a:rPr lang="en-US" sz="1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SRM Easwari Engineering College</a:t>
            </a:r>
            <a:endParaRPr lang="en-US" dirty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lvl="0">
              <a:buClr>
                <a:schemeClr val="bg1"/>
              </a:buClr>
            </a:pPr>
            <a:br>
              <a:rPr lang="en-US" sz="1500" b="0" i="0" u="none" strike="noStrike" cap="non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</a:br>
            <a:r>
              <a:rPr lang="en-US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lang="en-US" sz="1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US" sz="1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Sanjay</a:t>
            </a:r>
            <a:r>
              <a:rPr lang="en-US" sz="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endParaRPr lang="en-US" sz="1500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US" sz="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Riju K</a:t>
            </a:r>
            <a:endParaRPr lang="en-US" sz="1500" dirty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US" sz="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 Shruthi N</a:t>
            </a:r>
            <a:endParaRPr lang="en-US" sz="1500" dirty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US" sz="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Ruthra </a:t>
            </a:r>
            <a:r>
              <a:rPr lang="en-US" sz="1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Jayandhan</a:t>
            </a:r>
            <a:r>
              <a:rPr lang="en-US" sz="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</a:t>
            </a:r>
            <a:endParaRPr lang="en-US" sz="1500" dirty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US" sz="1600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>
              <a:buClr>
                <a:schemeClr val="bg1"/>
              </a:buClr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Chosen: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Heath Care</a:t>
            </a:r>
          </a:p>
          <a:p>
            <a:pPr lvl="0">
              <a:buClr>
                <a:schemeClr val="bg1"/>
              </a:buClr>
            </a:pPr>
            <a:r>
              <a:rPr lang="en-US" sz="16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Title: Integrated AI System for Lifestyle-Based Health Analysis</a:t>
            </a:r>
            <a:endParaRPr lang="en-US" b="1" dirty="0">
              <a:solidFill>
                <a:schemeClr val="lt1"/>
              </a:solidFill>
              <a:latin typeface="Times New Roman"/>
              <a:cs typeface="Times New Roman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04988" y="3810070"/>
            <a:ext cx="76503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17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integrated health companion that connects diet, workout, mood, and symptom tracking into one intelligent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83" name="Google Shape;83;p16" title="Frame 480962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2622825" y="287050"/>
            <a:ext cx="626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970157" y="1080738"/>
            <a:ext cx="7214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Today, people use multiple apps for diet, workout, and fitness tracking.</a:t>
            </a:r>
            <a:endParaRPr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977591" y="1540486"/>
            <a:ext cx="7665143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the data is scattered. There is no single system that analyzes everything together.</a:t>
            </a:r>
            <a:endParaRPr lang="en-US" sz="170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985995" y="2027690"/>
            <a:ext cx="6630000" cy="20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Problems:</a:t>
            </a:r>
            <a:endParaRPr lang="en-US"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Times New Roman"/>
              <a:buChar char="•"/>
            </a:pPr>
            <a:r>
              <a:rPr lang="en-US" sz="1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single platform that connects food, workout, mood, and symptoms.</a:t>
            </a:r>
            <a:endParaRPr sz="1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Times New Roman"/>
              <a:buChar char="•"/>
            </a:pPr>
            <a:r>
              <a:rPr lang="en-US" sz="1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daily combined health score.</a:t>
            </a:r>
            <a:endParaRPr sz="1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Times New Roman"/>
              <a:buChar char="•"/>
            </a:pPr>
            <a:r>
              <a:rPr lang="en-US" sz="1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personalized guidance based on complete lifestyle.</a:t>
            </a: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Times New Roman"/>
              <a:buChar char="•"/>
            </a:pPr>
            <a:r>
              <a:rPr lang="en-US" sz="1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track data but do not understand what it means.</a:t>
            </a:r>
            <a:endParaRPr sz="1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985994" y="4142048"/>
            <a:ext cx="6523463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of this, people record information but fail to improve their health in a structured way.</a:t>
            </a:r>
            <a:endParaRPr lang="en-US"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95" name="Google Shape;95;p17" title="Frame 480962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2568900" y="276225"/>
            <a:ext cx="626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801189" y="965075"/>
            <a:ext cx="7688605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7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propose an AI-driven health intelligence platform that integrates both profile information and daily health activity into one system.</a:t>
            </a:r>
            <a:endParaRPr lang="en-US" sz="1700" b="0" i="0" u="none" strike="noStrike" cap="none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778888" y="3677384"/>
            <a:ext cx="7064142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idea is not to provide complex medical advice, but to offer small, realistic daily improvements that users can follow easily.</a:t>
            </a:r>
            <a:endParaRPr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77453-E0C8-A307-AD3B-6304D797AC87}"/>
              </a:ext>
            </a:extLst>
          </p:cNvPr>
          <p:cNvSpPr txBox="1"/>
          <p:nvPr/>
        </p:nvSpPr>
        <p:spPr>
          <a:xfrm>
            <a:off x="505523" y="1819414"/>
            <a:ext cx="49345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Clr>
                <a:schemeClr val="bg1"/>
              </a:buClr>
            </a:pPr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processes this information and generates:</a:t>
            </a:r>
            <a:r>
              <a:rPr lang="en-US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285750" indent="-285750" algn="l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health score from zero to hundred.​</a:t>
            </a:r>
          </a:p>
          <a:p>
            <a:pPr marL="285750" indent="-285750" algn="l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Lifestyle and habit analysis.​</a:t>
            </a:r>
          </a:p>
          <a:p>
            <a:pPr marL="285750" indent="-285750" algn="l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 personalized recommendations based on age, goals, and health conditions.​</a:t>
            </a:r>
          </a:p>
          <a:p>
            <a:pPr marL="285750" indent="-285750" algn="l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simple daily action list.</a:t>
            </a:r>
          </a:p>
        </p:txBody>
      </p:sp>
      <p:pic>
        <p:nvPicPr>
          <p:cNvPr id="5" name="Picture 4" descr="A diagram of a system processing&#10;&#10;AI-generated content may be incorrect.">
            <a:extLst>
              <a:ext uri="{FF2B5EF4-FFF2-40B4-BE49-F238E27FC236}">
                <a16:creationId xmlns:a16="http://schemas.microsoft.com/office/drawing/2014/main" id="{4E59FB1F-45EA-5F0A-B049-CF4E10301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766" y="1470298"/>
            <a:ext cx="3056059" cy="20373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07" name="Google Shape;107;p18" title="Frame 480962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729987" y="729578"/>
            <a:ext cx="6639180" cy="400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9705">
              <a:buSzPts val="1700"/>
            </a:pPr>
            <a:endParaRPr lang="en-IN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</a:t>
            </a:r>
            <a:r>
              <a:rPr lang="en-US" sz="1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Users:</a:t>
            </a:r>
            <a:endParaRPr lang="en-US" sz="1800" b="1">
              <a:solidFill>
                <a:schemeClr val="lt1"/>
              </a:solidFill>
              <a:ea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students managing academic stress.</a:t>
            </a:r>
            <a:endParaRPr lang="en-US" sz="160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professionals with irregular routines.</a:t>
            </a:r>
            <a:endParaRPr lang="en-US" sz="160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Individuals trying to improve lifestyle habits.</a:t>
            </a:r>
            <a:endParaRPr lang="en-US" sz="160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who prefer simple and quick health tracking.</a:t>
            </a:r>
            <a:endParaRPr lang="en-US" sz="160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Impact:</a:t>
            </a:r>
            <a:endParaRPr lang="en-US" sz="1700" b="1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awareness of hydration and stress patterns.</a:t>
            </a:r>
            <a:endParaRPr lang="en-US" sz="160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Encourages better food decisions.</a:t>
            </a:r>
            <a:endParaRPr lang="en-US" sz="160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daily consistency through small achievable tasks.</a:t>
            </a:r>
            <a:endParaRPr lang="en-US" sz="160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preventive health monitoring.</a:t>
            </a:r>
            <a:endParaRPr lang="en-US" sz="160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2524295" y="175478"/>
            <a:ext cx="626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TARGET USERS &amp; IMPACT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D1908-46C4-E8CD-F646-8D848CED01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7" t="5203" r="3692" b="6920"/>
          <a:stretch>
            <a:fillRect/>
          </a:stretch>
        </p:blipFill>
        <p:spPr>
          <a:xfrm>
            <a:off x="6060992" y="1462750"/>
            <a:ext cx="2616350" cy="2438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16" name="Google Shape;116;p19" title="Frame 480962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761735" y="994946"/>
            <a:ext cx="6525212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Instead of building everything at once, we will focus on the core value first — health score generation.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We will first build the scoring and recommendation logic.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Then we will connect it to a simple input interface.</a:t>
            </a:r>
            <a:b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Finally, we will refine the user experience and test the complete flow.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2655475" y="315725"/>
            <a:ext cx="6263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&amp; APPROACH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757225" y="965757"/>
            <a:ext cx="4631472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 Will Build It in 24 Hours?</a:t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761739" y="2788194"/>
            <a:ext cx="4631472" cy="187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600" b="1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Python.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Flask backend.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HTML and CSS interface.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Health scoring algorithm.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JSON-based data storage.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REST API communication.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706190" y="2748160"/>
            <a:ext cx="4631472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Technologies:</a:t>
            </a:r>
            <a:endParaRPr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494FDAF-F16E-F6C5-AE20-963FC590C3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" t="16351" r="1703" b="6230"/>
          <a:stretch>
            <a:fillRect/>
          </a:stretch>
        </p:blipFill>
        <p:spPr bwMode="auto">
          <a:xfrm>
            <a:off x="3847993" y="2925131"/>
            <a:ext cx="3713835" cy="184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28" name="Google Shape;128;p20" title="Frame 480962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964514" y="999125"/>
            <a:ext cx="6263400" cy="469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Makes Our Solution Different?</a:t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2481475" y="297950"/>
            <a:ext cx="626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ADVANTAGE</a:t>
            </a:r>
            <a:endParaRPr sz="19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964514" y="3241995"/>
            <a:ext cx="6937983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many health apps that overwhelm users with detailed reports, our system provides focused and realistic suggestions.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combination of AI analysis and simplicity makes the solution both intelligent and user-friendly.</a:t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1061159" y="1585864"/>
            <a:ext cx="4720598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⮚"/>
            </a:pPr>
            <a:r>
              <a:rPr lang="en-US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low user effort required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⮚"/>
            </a:pPr>
            <a:r>
              <a:rPr lang="en-US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than one minute for daily input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⮚"/>
            </a:pPr>
            <a:r>
              <a:rPr lang="en-US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and understandable health feedback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⮚"/>
            </a:pPr>
            <a:r>
              <a:rPr lang="en-US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daily habit improvement instead of medical complexity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B7F6D2-80C5-6688-4BD1-2C9BD5E21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863" y="-1208417"/>
            <a:ext cx="2702225" cy="6219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39" name="Google Shape;139;p21" title="Frame 480962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706483" y="918013"/>
            <a:ext cx="4586722" cy="3307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Short-Term Enhancements:</a:t>
            </a:r>
            <a:endParaRPr lang="en-US"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Weekly and monthly health pattern tracking.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Improved recommendation personalization.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Enhanced user interface and visual analytics.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Long-Term Vision: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AI-based conversational health assistant.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Wearable device and fitness tracker integration.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Multilingual support.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Cloud-based analytics dashboard</a:t>
            </a:r>
            <a:r>
              <a:rPr lang="en-US" sz="1600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2999844" y="113548"/>
            <a:ext cx="62634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701901" y="4187976"/>
            <a:ext cx="73363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long-term goal is to develop a scalable AI health companion that promotes preventive healthcare and daily habit improvement in a simple and accessible way.</a:t>
            </a:r>
            <a:endParaRPr sz="1600"/>
          </a:p>
        </p:txBody>
      </p:sp>
      <p:pic>
        <p:nvPicPr>
          <p:cNvPr id="6" name="Picture 5" descr="A diagram of a health companion development&#10;&#10;AI-generated content may be incorrect.">
            <a:extLst>
              <a:ext uri="{FF2B5EF4-FFF2-40B4-BE49-F238E27FC236}">
                <a16:creationId xmlns:a16="http://schemas.microsoft.com/office/drawing/2014/main" id="{83659CEA-EBF3-0FB9-47B0-FDC6418BA3D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45875" y="1017725"/>
            <a:ext cx="3174379" cy="27360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545</Words>
  <Application>Microsoft Office PowerPoint</Application>
  <PresentationFormat>On-screen Show (16:9)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Noto Sans Symbols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jaagath ragavendraa</cp:lastModifiedBy>
  <cp:revision>5</cp:revision>
  <dcterms:modified xsi:type="dcterms:W3CDTF">2026-02-15T17:16:45Z</dcterms:modified>
</cp:coreProperties>
</file>